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42043"/>
          </a:solidFill>
          <a:ln w="12700">
            <a:solidFill>
              <a:srgbClr val="1420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28016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PLATEFORME SST — SANTÉ &amp; SÉCURITÉ AU TRAVAIL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Digitaliser, prévenir et sécuriser la SST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Plateforme digitale intelligente dédiée à la gestion de la Santé et Sécurité au Travail en entreprise.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54864" cy="50292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66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« Parce que la santé des travailleurs fait la santé des entreprises. 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  ·  contact@normsafety.com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41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Pourquoi la SST doit changer maintenant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164592" cy="1874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Données SST dispersées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Informations éclatées entre fichiers, services et formats — aucune vue consolidée.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86000"/>
            <a:ext cx="164592" cy="1874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146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Suivi manuel et fragmenté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Tableurs, papier, double saisie : risques d'erreurs et perte de traçabilité.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343400"/>
            <a:ext cx="16459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Exigences réglementaires croissantes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Pression normative et obligations légales toujours plus complexes à piloter.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343400"/>
            <a:ext cx="164592" cy="1874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5720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Enjeu sanitaire, opérationnel et financier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51206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direct sur la santé des collaborateurs, la performance et les coûts.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Les conséquences pour l'entreprise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Causes  →  Impacts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6207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Approche SST non conforme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071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en baisse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Turnover en hausse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50799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Coûts en hausse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056632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Image négative employeurs / employés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286000"/>
            <a:ext cx="5330952" cy="3657600"/>
          </a:xfrm>
          <a:prstGeom prst="roundRect">
            <a:avLst>
              <a:gd name="adj" fmla="val 3000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68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SST EN TUNISIE — CHIFFRES CLÉS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1,8 Mrd TND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67512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 coûts annuels liés aux accidents et maladies professionnelles.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4251960"/>
            <a:ext cx="4846320" cy="0"/>
          </a:xfrm>
          <a:prstGeom prst="line">
            <a:avLst/>
          </a:prstGeom>
          <a:noFill/>
          <a:ln w="9525">
            <a:solidFill>
              <a:srgbClr val="1F2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+30 000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4892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accidents / 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02752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720 – 840K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02752" y="4892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jours d'arrêt / 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30384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+25 000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30384" y="4892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travailleurs malades pro.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réponse NormSafety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 unifie la donnée SST en une plateforme unique pour suivre la santé au travail, piloter la conformité et orchestrer les plans d'actions.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3108960" cy="640080"/>
          </a:xfrm>
          <a:prstGeom prst="roundRect">
            <a:avLst>
              <a:gd name="adj" fmla="val 17143"/>
            </a:avLst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03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Structurer les données SST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3657600"/>
            <a:ext cx="3108960" cy="640080"/>
          </a:xfrm>
          <a:prstGeom prst="roundRect">
            <a:avLst>
              <a:gd name="adj" fmla="val 17143"/>
            </a:avLst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703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Suivre santé &amp; expositions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3108960" cy="640080"/>
          </a:xfrm>
          <a:prstGeom prst="roundRect">
            <a:avLst>
              <a:gd name="adj" fmla="val 17143"/>
            </a:avLst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Piloter la conformité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4434840"/>
            <a:ext cx="3108960" cy="640080"/>
          </a:xfrm>
          <a:prstGeom prst="roundRect">
            <a:avLst>
              <a:gd name="adj" fmla="val 17143"/>
            </a:avLst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Gérer les plans CAPA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286000"/>
            <a:ext cx="3959352" cy="3657600"/>
          </a:xfrm>
          <a:prstGeom prst="roundRect">
            <a:avLst>
              <a:gd name="adj" fmla="val 3000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514600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UTILISATEURS CLÉS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3063240"/>
            <a:ext cx="54864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Médecin du travail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Suivi médical &amp; expositions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4023360"/>
            <a:ext cx="54864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Ingénieur QHSE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3880" y="4343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Conformité, audits &amp; CAPA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4983480"/>
            <a:ext cx="54864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Ressources Humaines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Pilotage &amp; indicateurs RH-SST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ARCHITECTURE PRODUIT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plateforme modulaire, pensée pour le terrain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360° BOARD  +  SAFETYBOT — couche transverse de pilotage &amp; d'assistance 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29000"/>
            <a:ext cx="3657600" cy="228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Healthmeter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Dossiers médicaux et suivi des expositions professionnelles.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324612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24612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3429000"/>
            <a:ext cx="3657600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MODULE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Conformity Room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26280" y="443484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572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Conformité légale &amp; normative, gestion des audits.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24612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246120"/>
            <a:ext cx="3657600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429000"/>
            <a:ext cx="36576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CAPA Room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321040" y="4434840"/>
            <a:ext cx="3657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572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Plans d'actions correctives &amp; préventives, workflow digital.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BÉNÉFICES CLIENT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 que NormSafety apporte concrètement à l'entreprise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2697480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4D39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SANTÉ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Mieux suivre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Suivi clinique des collaborateurs et traçabilité des expositions sur la durée.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22860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2286000"/>
            <a:ext cx="269748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D4ED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7872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Démontrer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7872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Obligations légales, audits et traçabilité documentaire centralisés.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2860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286000"/>
            <a:ext cx="2697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9944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Agir vite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9944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Workflow CAPA digital — actions correctives &amp; préventives mieux pilotées.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3416" y="22860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2286000"/>
            <a:ext cx="26974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72016" y="2971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Décider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72016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Indicateurs temps réel et lecture multi-modules pour la direction.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PROMESSE :  Performance opérationnelle  ·  Visibilité ISO / ESG / RSE  ·  Conformité réglementaire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CONFIANCE &amp; GOUVERNANCE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Protection des données &amp; IA responsable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78892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4688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Hébergement souverain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Tunisie — data center DATAXION certifié / aligné ISO/IEC 27001.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65176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8892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4688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Sauvegardes &amp; PRA / PCA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8803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Plans de reprise et continuité d'activité intégrés.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8862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Accès strictement médical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297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Données de santé accessibles uniquement au médecin du travail.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8862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Séparation des rôles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429768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QHSE &amp; RH limités à des statuts et indicateurs agrégés.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62356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53035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 responsable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7150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Entraînement sur données anonymisées, supervision médecins / experts QHSE.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120640"/>
            <a:ext cx="5532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5486400"/>
            <a:ext cx="502920" cy="5029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562356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53035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Consentement &amp; cadres SST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78040" y="571500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Consentement éclairé des employés, appui sur référentiels internationaux.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DIFFÉRENCIATION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Pourquoi NormSafety se démarque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365760" cy="36576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Suivi santé &amp; expositions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5262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Dossiers médicaux et historiques d'exposition unifiés.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15768" y="22860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944368" y="3291840"/>
            <a:ext cx="365760" cy="36576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Gestion conformité &amp; audits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44368" y="45262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Obligations, preuves et audits centralisés.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74336" y="22860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5202936" y="3291840"/>
            <a:ext cx="365760" cy="36576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2936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Workflow CAPA digital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02936" y="45262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Actions correctives &amp; préventives orchestrées de bout en bout.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32904" y="22860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7461504" y="3291840"/>
            <a:ext cx="365760" cy="36576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Assistants IA spécialisés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61504" y="45262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Aide à la décision pour QHSE, médecine et RH.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91472" y="22860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9720072" y="3291840"/>
            <a:ext cx="365760" cy="36576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Écosystème unifié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20072" y="45262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Tous les modules interconnectés — une seule donnée SST.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OFFRE COMMERCIALE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 packs adaptés à la maturité de l'entreprise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ESSENTIEL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Digitalizer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4 000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TND / 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3108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68172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72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Conformity Room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974336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64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CAPA Room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26694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572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Healthmeter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55955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49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Assistants IA — basic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22402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POPULAIRE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2788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Performer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2628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7 000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52628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TND / 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4434840"/>
            <a:ext cx="3108960" cy="0"/>
          </a:xfrm>
          <a:prstGeom prst="line">
            <a:avLst/>
          </a:prstGeom>
          <a:noFill/>
          <a:ln w="9525">
            <a:solidFill>
              <a:srgbClr val="1F2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681728"/>
            <a:ext cx="91440" cy="9144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572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Tout le pack Digitalizer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4974336"/>
            <a:ext cx="91440" cy="9144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864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Assistants IA — Pro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5266944"/>
            <a:ext cx="91440" cy="9144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51572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Risk Response-App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5559552"/>
            <a:ext cx="91440" cy="9144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5449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ErgoLab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22402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AVANCÉ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788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Impacter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32104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10 000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832104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TND / 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4434840"/>
            <a:ext cx="3108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68172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4572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Tout le pack Performer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1040" y="4974336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4864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Calculator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1040" y="526694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51572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IoT-Analysis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555955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5449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ESG-Report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Tarification ajustée selon la taille d'entreprise, le mode d'hébergement et les intégrations API / ERP.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MÉTHODE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Comment nous déployons NormSafety chez un client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8740" y="2880360"/>
            <a:ext cx="822960" cy="822960"/>
          </a:xfrm>
          <a:prstGeom prst="ellipse">
            <a:avLst/>
          </a:prstGeom>
          <a:solidFill>
            <a:srgbClr val="0B1535"/>
          </a:solidFill>
          <a:ln w="12700">
            <a:solidFill>
              <a:srgbClr val="0B1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874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Prédiagnostic terrain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Cartographie SST, écarts et priorités.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91940" y="28803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194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200400" y="4069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Cadrage du pilote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Périmètre, objectifs, indicateurs de succès.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35140" y="2880360"/>
            <a:ext cx="822960" cy="822960"/>
          </a:xfrm>
          <a:prstGeom prst="ellipse">
            <a:avLst/>
          </a:prstGeom>
          <a:solidFill>
            <a:srgbClr val="0B1535"/>
          </a:solidFill>
          <a:ln w="12700">
            <a:solidFill>
              <a:srgbClr val="0B1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514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943600" y="4069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Déploiement progressif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Modules activés par paliers, formation des équipes.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78340" y="2880360"/>
            <a:ext cx="822960" cy="822960"/>
          </a:xfrm>
          <a:prstGeom prst="ellipse">
            <a:avLst/>
          </a:prstGeom>
          <a:solidFill>
            <a:srgbClr val="0B1535"/>
          </a:solidFill>
          <a:ln w="12700">
            <a:solidFill>
              <a:srgbClr val="0B1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834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8686800" y="40690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Évaluation &amp; montée en charge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15400" y="4754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Mesure des résultats, généralisation maîtrisée.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48640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Réduire le risque d'échec, accélérer l'appropriation et transformer une organisation terrain en organisation pilotée par la donnée.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PROGRAMME PILOTE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Pourquoi rejoindre la phase pilote maintenant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5321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 QUE LE PILOTE PERMET DE PROUVER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Structurer des données SST aujourd'hui dispersées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82219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393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Améliorer la visibilité sur risques, expositions, obligations et actions prioritaires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535424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52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Tester l'adoption réelle par médecine du travail, QHSE, RH et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248656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6577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Valider un modèle réplicable à d'autres sites / filiales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2286000"/>
            <a:ext cx="5532120" cy="3840480"/>
          </a:xfrm>
          <a:prstGeom prst="roundRect">
            <a:avLst>
              <a:gd name="adj" fmla="val 2857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4688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AVANTAGES CLIENTS PILOTES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19672" y="3108960"/>
            <a:ext cx="109728" cy="109728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2926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Tarif préférentiel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19672" y="3675888"/>
            <a:ext cx="109728" cy="109728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4930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Accompagnement terrain renforcé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19672" y="4242816"/>
            <a:ext cx="109728" cy="109728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40599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Accès anticipé aux évolutions produit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19672" y="4809744"/>
            <a:ext cx="109728" cy="109728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6268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Co-construction des fonctionnalités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5376672"/>
            <a:ext cx="109728" cy="109728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51937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Support prioritaire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Ils nous font déjà confiance / Notre dynamique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148840" y="23774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décideurs d'entreprises rencontrés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événements &amp; salons SST 2025–2026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0B1535"/>
          </a:solidFill>
          <a:ln w="9525">
            <a:solidFill>
              <a:srgbClr val="0B1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77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738360" y="23774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labels &amp; présélections internationales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ÉCHANGES, ÉVÉNEMENTS ET DISTINCTIONS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052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Échanges directs avec 22 décideurs d'entreprises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32511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16052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Focus groups &amp; démo live (QHSE &amp; RH)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720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Preventum — Tunisie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473659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5720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Medintechs — France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4807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8348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18es RDVs de Carthage de l'Assurance et de la Réassurance — FTUSA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514807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98348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Présélection ODESS 2026 — Pierre Fabre — France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55955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9496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Startupact Label 2026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ÉQUIPE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équipe pluridisciplinaire au service de la SST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68880"/>
            <a:ext cx="1005840" cy="1005840"/>
          </a:xfrm>
          <a:prstGeom prst="ellipse">
            <a:avLst/>
          </a:prstGeom>
          <a:solidFill>
            <a:srgbClr val="0B1535"/>
          </a:solidFill>
          <a:ln w="12700">
            <a:solidFill>
              <a:srgbClr val="0B1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743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Abderrahmen Abdelkabir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2860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468880"/>
            <a:ext cx="1005840" cy="1005840"/>
          </a:xfrm>
          <a:prstGeom prst="ellipse">
            <a:avLst/>
          </a:prstGeom>
          <a:solidFill>
            <a:srgbClr val="0B1535"/>
          </a:solidFill>
          <a:ln w="12700">
            <a:solidFill>
              <a:srgbClr val="0B1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808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OPÉRATIONS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743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Slaheddine Dardouri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808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ADVISORY  ·  EXPERTS  ·  PARTENAIRES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4434840"/>
            <a:ext cx="731520" cy="7315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5212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Pr. Charfeddine Amri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5669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Médecine du travail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15768" y="42519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4434840"/>
            <a:ext cx="731520" cy="7315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852928" y="5212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Dr Hela Ben Ghenaia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52928" y="5669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Santé au travail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74336" y="42519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5856" y="4434840"/>
            <a:ext cx="731520" cy="7315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05856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11496" y="5212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Mr David Brun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11496" y="5669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Conseil &amp; business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2519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64424" y="4434840"/>
            <a:ext cx="731520" cy="7315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64424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IJ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70064" y="5212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Mme Imen Jani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70064" y="5669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Accompagnement entreprise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91472" y="42519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2992" y="4434840"/>
            <a:ext cx="731520" cy="731520"/>
          </a:xfrm>
          <a:prstGeom prst="ellipse">
            <a:avLst/>
          </a:prstGeom>
          <a:solidFill>
            <a:srgbClr val="E6FB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22992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28632" y="5212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ACTIV SOFT SARL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28632" y="5669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CTO as a service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255" cy="1280160"/>
          </a:xfrm>
          <a:prstGeom prst="rect">
            <a:avLst/>
          </a:prstGeom>
          <a:solidFill>
            <a:srgbClr val="B8FF2C"/>
          </a:solidFill>
          <a:ln w="12700">
            <a:solidFill>
              <a:srgbClr val="B8F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577840"/>
            <a:ext cx="670255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PARLONS-EN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Vous souhaitez structurer votre SST,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mieux piloter vos obligations et lancer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FF2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 pilote adapté à votre entreprise ?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F2A4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Demande de démo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461772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F2A4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Prédiagnostic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461772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F2A4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Phase pilote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532120"/>
            <a:ext cx="11247120" cy="0"/>
          </a:xfrm>
          <a:prstGeom prst="line">
            <a:avLst/>
          </a:prstGeom>
          <a:noFill/>
          <a:ln w="12700">
            <a:solidFill>
              <a:srgbClr val="1F2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7150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contact@normsafety.com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57150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5196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normsafety.com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57150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4B8A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LINKEDIN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NormSafety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NormSafety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NormSafety — Présentation client</dc:title>
  <dc:subject>Plateforme Santé &amp; Sécurité au Travail</dc:subject>
  <dc:creator>NormSafety</dc:creator>
  <cp:lastModifiedBy>NormSafety</cp:lastModifiedBy>
  <cp:revision>1</cp:revision>
  <dcterms:created xsi:type="dcterms:W3CDTF">2026-04-30T15:28:03Z</dcterms:created>
  <dcterms:modified xsi:type="dcterms:W3CDTF">2026-04-30T15:28:03Z</dcterms:modified>
</cp:coreProperties>
</file>