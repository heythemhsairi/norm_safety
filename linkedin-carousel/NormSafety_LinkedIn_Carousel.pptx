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C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7072313"/>
          </a:xfrm>
          <a:prstGeom prst="rect">
            <a:avLst/>
          </a:prstGeom>
          <a:solidFill>
            <a:srgbClr val="19539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-2743200"/>
            <a:ext cx="7315200" cy="7315200"/>
          </a:xfrm>
          <a:prstGeom prst="ellipse">
            <a:avLst/>
          </a:prstGeom>
          <a:solidFill>
            <a:srgbClr val="5EE7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9201150"/>
            <a:ext cx="7315200" cy="7315200"/>
          </a:xfrm>
          <a:prstGeom prst="ellipse">
            <a:avLst/>
          </a:prstGeom>
          <a:solidFill>
            <a:srgbClr val="19539D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9905" y="566928"/>
            <a:ext cx="201168" cy="201168"/>
          </a:xfrm>
          <a:prstGeom prst="rightTriangle">
            <a:avLst/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513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79815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46720" y="1417320"/>
            <a:ext cx="91440" cy="91440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9" name="Shape 7"/>
          <p:cNvSpPr/>
          <p:nvPr/>
        </p:nvSpPr>
        <p:spPr>
          <a:xfrm>
            <a:off x="8869680" y="1874520"/>
            <a:ext cx="91440" cy="91440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10" name="Shape 8"/>
          <p:cNvSpPr/>
          <p:nvPr/>
        </p:nvSpPr>
        <p:spPr>
          <a:xfrm>
            <a:off x="9418320" y="1234440"/>
            <a:ext cx="91440" cy="91440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11" name="Shape 9"/>
          <p:cNvSpPr/>
          <p:nvPr/>
        </p:nvSpPr>
        <p:spPr>
          <a:xfrm>
            <a:off x="9692640" y="2240280"/>
            <a:ext cx="91440" cy="91440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503920" y="2514600"/>
            <a:ext cx="91440" cy="91440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092440" y="1463040"/>
            <a:ext cx="822960" cy="457200"/>
          </a:xfrm>
          <a:prstGeom prst="line">
            <a:avLst/>
          </a:prstGeom>
          <a:noFill/>
          <a:ln w="635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15400" y="1920240"/>
            <a:ext cx="548640" cy="-640080"/>
          </a:xfrm>
          <a:prstGeom prst="line">
            <a:avLst/>
          </a:prstGeom>
          <a:noFill/>
          <a:ln w="635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15400" y="1920240"/>
            <a:ext cx="822960" cy="365760"/>
          </a:xfrm>
          <a:prstGeom prst="line">
            <a:avLst/>
          </a:prstGeom>
          <a:noFill/>
          <a:ln w="635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463040"/>
            <a:ext cx="457200" cy="1097280"/>
          </a:xfrm>
          <a:prstGeom prst="line">
            <a:avLst/>
          </a:prstGeom>
          <a:noFill/>
          <a:ln w="635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9905" y="2679192"/>
            <a:ext cx="228600" cy="18288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8" name="Text 16"/>
          <p:cNvSpPr/>
          <p:nvPr/>
        </p:nvSpPr>
        <p:spPr>
          <a:xfrm>
            <a:off x="929945" y="2560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PLATEFORME SST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9905" y="3108960"/>
            <a:ext cx="906719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Et si votre SST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devenait un vrai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levier de 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performance</a:t>
            </a:r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?</a:t>
            </a:r>
            <a:endParaRPr lang="en-US" sz="5600" dirty="0"/>
          </a:p>
        </p:txBody>
      </p:sp>
      <p:sp>
        <p:nvSpPr>
          <p:cNvPr id="20" name="Shape 18"/>
          <p:cNvSpPr/>
          <p:nvPr/>
        </p:nvSpPr>
        <p:spPr>
          <a:xfrm>
            <a:off x="609905" y="713232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7452360"/>
            <a:ext cx="90671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 — Plateforme digitale intelligente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8C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la santé et sécurité au travail.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174175" y="11745925"/>
            <a:ext cx="457200" cy="457200"/>
          </a:xfrm>
          <a:prstGeom prst="ellipse">
            <a:avLst/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74175" y="11654485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2C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7072313"/>
          </a:xfrm>
          <a:prstGeom prst="rect">
            <a:avLst/>
          </a:prstGeom>
          <a:solidFill>
            <a:srgbClr val="19539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-2743200"/>
            <a:ext cx="7315200" cy="7315200"/>
          </a:xfrm>
          <a:prstGeom prst="ellipse">
            <a:avLst/>
          </a:prstGeom>
          <a:solidFill>
            <a:srgbClr val="5EE7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9201150"/>
            <a:ext cx="7315200" cy="7315200"/>
          </a:xfrm>
          <a:prstGeom prst="ellipse">
            <a:avLst/>
          </a:prstGeom>
          <a:solidFill>
            <a:srgbClr val="19539D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9905" y="566928"/>
            <a:ext cx="201168" cy="201168"/>
          </a:xfrm>
          <a:prstGeom prst="rightTriangle">
            <a:avLst/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513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79815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5" y="1947672"/>
            <a:ext cx="228600" cy="18288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9" name="Text 7"/>
          <p:cNvSpPr/>
          <p:nvPr/>
        </p:nvSpPr>
        <p:spPr>
          <a:xfrm>
            <a:off x="929945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CONSTAT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9905" y="2331720"/>
            <a:ext cx="906719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SST encore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trop 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fragmentée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.</a:t>
            </a:r>
            <a:endParaRPr lang="en-US" sz="4400" dirty="0"/>
          </a:p>
        </p:txBody>
      </p:sp>
      <p:sp>
        <p:nvSpPr>
          <p:cNvPr id="11" name="Shape 9"/>
          <p:cNvSpPr/>
          <p:nvPr/>
        </p:nvSpPr>
        <p:spPr>
          <a:xfrm>
            <a:off x="609905" y="461772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09905" y="6675120"/>
            <a:ext cx="4419295" cy="2194560"/>
          </a:xfrm>
          <a:prstGeom prst="roundRect">
            <a:avLst>
              <a:gd name="adj" fmla="val 916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9945" y="69951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6995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29945" y="7863840"/>
            <a:ext cx="377921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Données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dispersées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257800" y="6675120"/>
            <a:ext cx="4419295" cy="2194560"/>
          </a:xfrm>
          <a:prstGeom prst="roundRect">
            <a:avLst>
              <a:gd name="adj" fmla="val 916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77840" y="69951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99855" y="6995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7863840"/>
            <a:ext cx="377921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Actions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isolées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09905" y="9098280"/>
            <a:ext cx="4419295" cy="2194560"/>
          </a:xfrm>
          <a:prstGeom prst="roundRect">
            <a:avLst>
              <a:gd name="adj" fmla="val 916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9945" y="9418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51960" y="9418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9945" y="10287000"/>
            <a:ext cx="377921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Manque de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visibilité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257800" y="9098280"/>
            <a:ext cx="4419295" cy="2194560"/>
          </a:xfrm>
          <a:prstGeom prst="roundRect">
            <a:avLst>
              <a:gd name="adj" fmla="val 916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77840" y="9418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99855" y="9418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77840" y="10287000"/>
            <a:ext cx="377921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Décisions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difficiles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174175" y="11745925"/>
            <a:ext cx="457200" cy="457200"/>
          </a:xfrm>
          <a:prstGeom prst="ellipse">
            <a:avLst/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74175" y="11654485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2C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7072313"/>
          </a:xfrm>
          <a:prstGeom prst="rect">
            <a:avLst/>
          </a:prstGeom>
          <a:solidFill>
            <a:srgbClr val="19539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-2743200"/>
            <a:ext cx="7315200" cy="7315200"/>
          </a:xfrm>
          <a:prstGeom prst="ellipse">
            <a:avLst/>
          </a:prstGeom>
          <a:solidFill>
            <a:srgbClr val="5EE7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9201150"/>
            <a:ext cx="7315200" cy="7315200"/>
          </a:xfrm>
          <a:prstGeom prst="ellipse">
            <a:avLst/>
          </a:prstGeom>
          <a:solidFill>
            <a:srgbClr val="19539D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9905" y="566928"/>
            <a:ext cx="201168" cy="201168"/>
          </a:xfrm>
          <a:prstGeom prst="rightTriangle">
            <a:avLst/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513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79815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5" y="2313432"/>
            <a:ext cx="228600" cy="18288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9" name="Text 7"/>
          <p:cNvSpPr/>
          <p:nvPr/>
        </p:nvSpPr>
        <p:spPr>
          <a:xfrm>
            <a:off x="929945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RÉPONSE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9905" y="2697480"/>
            <a:ext cx="4114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approche
</a:t>
            </a:r>
            <a:pPr indent="0" marL="0">
              <a:buNone/>
            </a:pPr>
            <a:r>
              <a:rPr lang="en-US" sz="38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centralisée
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et intelligente.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609905" y="580644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617220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 transforme vos données en outils de pilotage exploitables — décisions rapides, conformité maîtrisée.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739335" y="2194560"/>
            <a:ext cx="4937760" cy="7772400"/>
          </a:xfrm>
          <a:prstGeom prst="roundRect">
            <a:avLst>
              <a:gd name="adj" fmla="val 518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59375" y="2468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899855" y="2578608"/>
            <a:ext cx="73152" cy="73152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037015" y="2578608"/>
            <a:ext cx="73152" cy="73152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174175" y="2578608"/>
            <a:ext cx="73152" cy="73152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059375" y="2971800"/>
            <a:ext cx="4297680" cy="1691640"/>
          </a:xfrm>
          <a:prstGeom prst="roundRect">
            <a:avLst>
              <a:gd name="adj" fmla="val 8108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255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CONFORMITÉ GLOBALE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42255" y="34290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94</a:t>
            </a:r>
            <a:pPr indent="0" marL="0">
              <a:buNone/>
            </a:pPr>
            <a:r>
              <a:rPr lang="en-US" sz="28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%</a:t>
            </a:r>
            <a:endParaRPr lang="en-US" sz="5600" dirty="0"/>
          </a:p>
        </p:txBody>
      </p:sp>
      <p:sp>
        <p:nvSpPr>
          <p:cNvPr id="21" name="Text 19"/>
          <p:cNvSpPr/>
          <p:nvPr/>
        </p:nvSpPr>
        <p:spPr>
          <a:xfrm>
            <a:off x="5242255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↗  +12 % vs trimestre précédent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59375" y="4892040"/>
            <a:ext cx="4297680" cy="1828800"/>
          </a:xfrm>
          <a:prstGeom prst="roundRect">
            <a:avLst>
              <a:gd name="adj" fmla="val 750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2255" y="5074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 PAR SITE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836615" y="6126480"/>
            <a:ext cx="320040" cy="457200"/>
          </a:xfrm>
          <a:prstGeom prst="rect">
            <a:avLst/>
          </a:prstGeom>
          <a:solidFill>
            <a:srgbClr val="A8C4F5">
              <a:alpha val="4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321247" y="5806440"/>
            <a:ext cx="320040" cy="777240"/>
          </a:xfrm>
          <a:prstGeom prst="rect">
            <a:avLst/>
          </a:prstGeom>
          <a:solidFill>
            <a:srgbClr val="A8C4F5">
              <a:alpha val="4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805879" y="5440680"/>
            <a:ext cx="320040" cy="114300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27" name="Shape 25"/>
          <p:cNvSpPr/>
          <p:nvPr/>
        </p:nvSpPr>
        <p:spPr>
          <a:xfrm>
            <a:off x="7290511" y="5943600"/>
            <a:ext cx="320040" cy="640080"/>
          </a:xfrm>
          <a:prstGeom prst="rect">
            <a:avLst/>
          </a:prstGeom>
          <a:solidFill>
            <a:srgbClr val="A8C4F5">
              <a:alpha val="4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775143" y="6217920"/>
            <a:ext cx="320040" cy="365760"/>
          </a:xfrm>
          <a:prstGeom prst="rect">
            <a:avLst/>
          </a:prstGeom>
          <a:solidFill>
            <a:srgbClr val="A8C4F5">
              <a:alpha val="4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259775" y="6035040"/>
            <a:ext cx="320040" cy="548640"/>
          </a:xfrm>
          <a:prstGeom prst="rect">
            <a:avLst/>
          </a:prstGeom>
          <a:solidFill>
            <a:srgbClr val="A8C4F5">
              <a:alpha val="4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9375" y="6949440"/>
            <a:ext cx="4297680" cy="13716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96535" y="8092440"/>
            <a:ext cx="548640" cy="-18288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45175" y="7909560"/>
            <a:ext cx="548640" cy="9144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93815" y="8001000"/>
            <a:ext cx="548640" cy="-32004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2455" y="7680960"/>
            <a:ext cx="548640" cy="9144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91095" y="7772400"/>
            <a:ext cx="548640" cy="-22860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39735" y="7543800"/>
            <a:ext cx="548640" cy="13716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88375" y="7680960"/>
            <a:ext cx="548640" cy="-228600"/>
          </a:xfrm>
          <a:prstGeom prst="line">
            <a:avLst/>
          </a:prstGeom>
          <a:noFill/>
          <a:ln w="19050">
            <a:solidFill>
              <a:srgbClr val="5EE7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4175" y="11745925"/>
            <a:ext cx="457200" cy="457200"/>
          </a:xfrm>
          <a:prstGeom prst="ellipse">
            <a:avLst/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4175" y="11654485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C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7072313"/>
          </a:xfrm>
          <a:prstGeom prst="rect">
            <a:avLst/>
          </a:prstGeom>
          <a:solidFill>
            <a:srgbClr val="19539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-2743200"/>
            <a:ext cx="7315200" cy="7315200"/>
          </a:xfrm>
          <a:prstGeom prst="ellipse">
            <a:avLst/>
          </a:prstGeom>
          <a:solidFill>
            <a:srgbClr val="5EE7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9201150"/>
            <a:ext cx="7315200" cy="7315200"/>
          </a:xfrm>
          <a:prstGeom prst="ellipse">
            <a:avLst/>
          </a:prstGeom>
          <a:solidFill>
            <a:srgbClr val="19539D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9905" y="566928"/>
            <a:ext cx="201168" cy="201168"/>
          </a:xfrm>
          <a:prstGeom prst="rightTriangle">
            <a:avLst/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513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79815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9905" y="2743200"/>
            <a:ext cx="90671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800" kern="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QUI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905" y="3246120"/>
            <a:ext cx="906719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Pensé pour les
</a:t>
            </a:r>
            <a:pPr algn="ctr" indent="0" marL="0">
              <a:buNone/>
            </a:pPr>
            <a:r>
              <a:rPr lang="en-US" sz="48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acteurs clés</a:t>
            </a:r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.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4914900" y="553212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1" name="Shape 9"/>
          <p:cNvSpPr/>
          <p:nvPr/>
        </p:nvSpPr>
        <p:spPr>
          <a:xfrm>
            <a:off x="609905" y="6949440"/>
            <a:ext cx="2869997" cy="3840480"/>
          </a:xfrm>
          <a:prstGeom prst="roundRect">
            <a:avLst>
              <a:gd name="adj" fmla="val 796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50543" y="7406640"/>
            <a:ext cx="1188720" cy="1188720"/>
          </a:xfrm>
          <a:prstGeom prst="ellipse">
            <a:avLst/>
          </a:prstGeom>
          <a:solidFill>
            <a:srgbClr val="5EE7FF">
              <a:alpha val="12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50543" y="749808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✚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84225" y="8869680"/>
            <a:ext cx="23213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Médecins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du travail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84225" y="10058400"/>
            <a:ext cx="232135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médical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08502" y="6949440"/>
            <a:ext cx="2869997" cy="3840480"/>
          </a:xfrm>
          <a:prstGeom prst="roundRect">
            <a:avLst>
              <a:gd name="adj" fmla="val 796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9140" y="7406640"/>
            <a:ext cx="1188720" cy="1188720"/>
          </a:xfrm>
          <a:prstGeom prst="ellipse">
            <a:avLst/>
          </a:prstGeom>
          <a:solidFill>
            <a:srgbClr val="5EE7FF">
              <a:alpha val="12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9140" y="749808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◈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982822" y="8869680"/>
            <a:ext cx="23213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QHSE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/ HSE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982822" y="10058400"/>
            <a:ext cx="232135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Conformité &amp; risques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07098" y="6949440"/>
            <a:ext cx="2869997" cy="3840480"/>
          </a:xfrm>
          <a:prstGeom prst="roundRect">
            <a:avLst>
              <a:gd name="adj" fmla="val 796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7737" y="7406640"/>
            <a:ext cx="1188720" cy="1188720"/>
          </a:xfrm>
          <a:prstGeom prst="ellipse">
            <a:avLst/>
          </a:prstGeom>
          <a:solidFill>
            <a:srgbClr val="5EE7FF">
              <a:alpha val="12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47737" y="749808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◉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7081418" y="8869680"/>
            <a:ext cx="23213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Ressources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Humaines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81418" y="10058400"/>
            <a:ext cx="232135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Pilotage &amp; reporting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74175" y="11745925"/>
            <a:ext cx="457200" cy="457200"/>
          </a:xfrm>
          <a:prstGeom prst="ellipse">
            <a:avLst/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74175" y="11654485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2C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7072313"/>
          </a:xfrm>
          <a:prstGeom prst="rect">
            <a:avLst/>
          </a:prstGeom>
          <a:solidFill>
            <a:srgbClr val="19539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-2743200"/>
            <a:ext cx="7315200" cy="7315200"/>
          </a:xfrm>
          <a:prstGeom prst="ellipse">
            <a:avLst/>
          </a:prstGeom>
          <a:solidFill>
            <a:srgbClr val="5EE7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9201150"/>
            <a:ext cx="7315200" cy="7315200"/>
          </a:xfrm>
          <a:prstGeom prst="ellipse">
            <a:avLst/>
          </a:prstGeom>
          <a:solidFill>
            <a:srgbClr val="19539D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9905" y="566928"/>
            <a:ext cx="201168" cy="201168"/>
          </a:xfrm>
          <a:prstGeom prst="rightTriangle">
            <a:avLst/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513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79815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9905" y="2011680"/>
            <a:ext cx="90671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800" kern="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NOTRE VALEUR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905" y="2514600"/>
            <a:ext cx="906719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Bien plus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qu'un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outil</a:t>
            </a:r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.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4914900" y="480060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1" name="Shape 9"/>
          <p:cNvSpPr/>
          <p:nvPr/>
        </p:nvSpPr>
        <p:spPr>
          <a:xfrm>
            <a:off x="4031483" y="6766560"/>
            <a:ext cx="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11543" y="7246620"/>
            <a:ext cx="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91603" y="7726680"/>
            <a:ext cx="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1663" y="8206740"/>
            <a:ext cx="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55517" y="6766560"/>
            <a:ext cx="-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75457" y="7246620"/>
            <a:ext cx="-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95397" y="7726680"/>
            <a:ext cx="-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5337" y="8206740"/>
            <a:ext cx="-240030" cy="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517" y="10607040"/>
            <a:ext cx="-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75457" y="10126980"/>
            <a:ext cx="-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95397" y="9646920"/>
            <a:ext cx="-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15337" y="9166860"/>
            <a:ext cx="-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31483" y="10607040"/>
            <a:ext cx="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11543" y="10126980"/>
            <a:ext cx="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91603" y="9646920"/>
            <a:ext cx="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71663" y="9166860"/>
            <a:ext cx="240030" cy="-240030"/>
          </a:xfrm>
          <a:prstGeom prst="line">
            <a:avLst/>
          </a:prstGeom>
          <a:noFill/>
          <a:ln w="6350">
            <a:solidFill>
              <a:srgbClr val="5EE7FF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80260" y="5623560"/>
            <a:ext cx="2286000" cy="2286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54580" y="6080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5EE7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80260" y="6492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Prévention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920740" y="5623560"/>
            <a:ext cx="2286000" cy="2286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5060" y="6080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5EE7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740" y="6492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920740" y="9464040"/>
            <a:ext cx="2286000" cy="2286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95060" y="99212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5EE7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20740" y="10332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Performance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2080260" y="9464040"/>
            <a:ext cx="2286000" cy="2286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5EE7FF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54580" y="99212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5EE7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080260" y="10332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Décision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4640580" y="8183880"/>
            <a:ext cx="1005840" cy="1005840"/>
          </a:xfrm>
          <a:prstGeom prst="ellipse">
            <a:avLst/>
          </a:prstGeom>
          <a:solidFill>
            <a:srgbClr val="5EE7FF">
              <a:alpha val="25000"/>
            </a:srgbClr>
          </a:solidFill>
          <a:ln w="19050">
            <a:solidFill>
              <a:srgbClr val="5EE7FF">
                <a:alpha val="7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78908" y="8485632"/>
            <a:ext cx="329184" cy="329184"/>
          </a:xfrm>
          <a:prstGeom prst="righ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74175" y="11745925"/>
            <a:ext cx="457200" cy="457200"/>
          </a:xfrm>
          <a:prstGeom prst="ellipse">
            <a:avLst/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74175" y="11654485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2C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7072313"/>
          </a:xfrm>
          <a:prstGeom prst="rect">
            <a:avLst/>
          </a:prstGeom>
          <a:solidFill>
            <a:srgbClr val="19539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-2743200"/>
            <a:ext cx="7315200" cy="7315200"/>
          </a:xfrm>
          <a:prstGeom prst="ellipse">
            <a:avLst/>
          </a:prstGeom>
          <a:solidFill>
            <a:srgbClr val="5EE7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9201150"/>
            <a:ext cx="7315200" cy="7315200"/>
          </a:xfrm>
          <a:prstGeom prst="ellipse">
            <a:avLst/>
          </a:prstGeom>
          <a:solidFill>
            <a:srgbClr val="19539D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9905" y="566928"/>
            <a:ext cx="201168" cy="201168"/>
          </a:xfrm>
          <a:prstGeom prst="rightTriangle">
            <a:avLst/>
          </a:prstGeom>
          <a:solidFill>
            <a:srgbClr val="5EE7FF">
              <a:alpha val="20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513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79815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FFFFFF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5" y="2130552"/>
            <a:ext cx="228600" cy="18288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9" name="Text 7"/>
          <p:cNvSpPr/>
          <p:nvPr/>
        </p:nvSpPr>
        <p:spPr>
          <a:xfrm>
            <a:off x="929945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5EE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ÉVÉNEMENT EXCLUSIF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9905" y="2514600"/>
            <a:ext cx="906719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Découvrez NormSafety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en 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5EE7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action</a:t>
            </a:r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.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609905" y="480060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09905" y="5120640"/>
            <a:ext cx="9067190" cy="4937760"/>
          </a:xfrm>
          <a:prstGeom prst="roundRect">
            <a:avLst>
              <a:gd name="adj" fmla="val 555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105" y="57607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5EE7FF">
              <a:alpha val="25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7105" y="566928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61465" y="5715000"/>
            <a:ext cx="76955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 mai 2026 — 18h00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67105" y="6446520"/>
            <a:ext cx="411480" cy="411480"/>
          </a:xfrm>
          <a:prstGeom prst="ellipse">
            <a:avLst/>
          </a:prstGeom>
          <a:solidFill>
            <a:srgbClr val="5EE7FF">
              <a:alpha val="25000"/>
            </a:srgbClr>
          </a:solidFill>
          <a:ln w="12700">
            <a:solidFill>
              <a:srgbClr val="5EE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7105" y="635508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61465" y="6400800"/>
            <a:ext cx="76955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Webinaire gratuit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67105" y="8046720"/>
            <a:ext cx="4206240" cy="777240"/>
          </a:xfrm>
          <a:prstGeom prst="roundRect">
            <a:avLst>
              <a:gd name="adj" fmla="val 17647"/>
            </a:avLst>
          </a:prstGeom>
          <a:solidFill>
            <a:srgbClr val="5EE7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7105" y="80467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2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Inscrivez-vous maintenant  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31175" y="841248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31175" y="84124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C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09905" y="11304270"/>
            <a:ext cx="457200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5" y="11578590"/>
            <a:ext cx="90671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www.normsafety.com   ·   contact@normsafety.com   ·   +216 54 525 267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NormSafety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NormSafety — LinkedIn Carousel</dc:title>
  <dc:subject>PptxGenJS Presentation</dc:subject>
  <dc:creator>NormSafety</dc:creator>
  <cp:lastModifiedBy>NormSafety</cp:lastModifiedBy>
  <cp:revision>1</cp:revision>
  <dcterms:created xsi:type="dcterms:W3CDTF">2026-04-30T19:05:59Z</dcterms:created>
  <dcterms:modified xsi:type="dcterms:W3CDTF">2026-04-30T19:05:59Z</dcterms:modified>
</cp:coreProperties>
</file>