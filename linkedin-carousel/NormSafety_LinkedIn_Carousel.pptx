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C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7072313"/>
          </a:xfrm>
          <a:prstGeom prst="rect">
            <a:avLst/>
          </a:prstGeom>
          <a:solidFill>
            <a:srgbClr val="19539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-2743200"/>
            <a:ext cx="7315200" cy="7315200"/>
          </a:xfrm>
          <a:prstGeom prst="ellipse">
            <a:avLst/>
          </a:prstGeom>
          <a:solidFill>
            <a:srgbClr val="5EE7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9201150"/>
            <a:ext cx="7315200" cy="7315200"/>
          </a:xfrm>
          <a:prstGeom prst="ellipse">
            <a:avLst/>
          </a:prstGeom>
          <a:solidFill>
            <a:srgbClr val="19539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669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EE7FF">
              <a:alpha val="4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2513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NormSafety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79815" y="502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046720" y="1417320"/>
            <a:ext cx="91440" cy="91440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0" y="1874520"/>
            <a:ext cx="91440" cy="91440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10" name="Shape 8"/>
          <p:cNvSpPr/>
          <p:nvPr/>
        </p:nvSpPr>
        <p:spPr>
          <a:xfrm>
            <a:off x="9418320" y="1234440"/>
            <a:ext cx="91440" cy="91440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0" y="2240280"/>
            <a:ext cx="91440" cy="91440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8503920" y="2514600"/>
            <a:ext cx="91440" cy="91440"/>
          </a:xfrm>
          <a:prstGeom prst="ellipse">
            <a:avLst/>
          </a:prstGeom>
          <a:solidFill>
            <a:srgbClr val="5EE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092440" y="1463040"/>
            <a:ext cx="822960" cy="457200"/>
          </a:xfrm>
          <a:prstGeom prst="line">
            <a:avLst/>
          </a:prstGeom>
          <a:noFill/>
          <a:ln w="635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15400" y="1920240"/>
            <a:ext cx="548640" cy="-640080"/>
          </a:xfrm>
          <a:prstGeom prst="line">
            <a:avLst/>
          </a:prstGeom>
          <a:noFill/>
          <a:ln w="635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15400" y="1920240"/>
            <a:ext cx="822960" cy="365760"/>
          </a:xfrm>
          <a:prstGeom prst="line">
            <a:avLst/>
          </a:prstGeom>
          <a:noFill/>
          <a:ln w="635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63040"/>
            <a:ext cx="457200" cy="1097280"/>
          </a:xfrm>
          <a:prstGeom prst="line">
            <a:avLst/>
          </a:prstGeom>
          <a:noFill/>
          <a:ln w="635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09905" y="2679192"/>
            <a:ext cx="228600" cy="18288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8" name="Text 16"/>
          <p:cNvSpPr/>
          <p:nvPr/>
        </p:nvSpPr>
        <p:spPr>
          <a:xfrm>
            <a:off x="929945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PLATEFORME SST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9905" y="3108960"/>
            <a:ext cx="906719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Et si votre SST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devenait un vrai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levier de performance ?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2301545" y="539496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5EE7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</a:t>
            </a:r>
            <a:endParaRPr lang="en-US" sz="5600" dirty="0"/>
          </a:p>
        </p:txBody>
      </p:sp>
      <p:sp>
        <p:nvSpPr>
          <p:cNvPr id="21" name="Shape 19"/>
          <p:cNvSpPr/>
          <p:nvPr/>
        </p:nvSpPr>
        <p:spPr>
          <a:xfrm>
            <a:off x="609905" y="7132320"/>
            <a:ext cx="457200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22" name="Text 20"/>
          <p:cNvSpPr/>
          <p:nvPr/>
        </p:nvSpPr>
        <p:spPr>
          <a:xfrm>
            <a:off x="609905" y="7452360"/>
            <a:ext cx="906719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NormSafety — Plateforme digitale intelligente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A8C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la santé et sécurité au travail.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74175" y="11745925"/>
            <a:ext cx="457200" cy="45720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74175" y="11654485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2C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7072313"/>
          </a:xfrm>
          <a:prstGeom prst="rect">
            <a:avLst/>
          </a:prstGeom>
          <a:solidFill>
            <a:srgbClr val="19539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-2743200"/>
            <a:ext cx="7315200" cy="7315200"/>
          </a:xfrm>
          <a:prstGeom prst="ellipse">
            <a:avLst/>
          </a:prstGeom>
          <a:solidFill>
            <a:srgbClr val="5EE7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9201150"/>
            <a:ext cx="7315200" cy="7315200"/>
          </a:xfrm>
          <a:prstGeom prst="ellipse">
            <a:avLst/>
          </a:prstGeom>
          <a:solidFill>
            <a:srgbClr val="19539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669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EE7FF">
              <a:alpha val="4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2513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NormSafety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79815" y="502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1947672"/>
            <a:ext cx="228600" cy="18288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9" name="Text 7"/>
          <p:cNvSpPr/>
          <p:nvPr/>
        </p:nvSpPr>
        <p:spPr>
          <a:xfrm>
            <a:off x="929945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CONSTAT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2331720"/>
            <a:ext cx="906719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Une SST encore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trop fragmentée.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2255825" y="320040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EE7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fragmentée.</a:t>
            </a:r>
            <a:endParaRPr lang="en-US" sz="4400" dirty="0"/>
          </a:p>
        </p:txBody>
      </p:sp>
      <p:sp>
        <p:nvSpPr>
          <p:cNvPr id="12" name="Shape 10"/>
          <p:cNvSpPr/>
          <p:nvPr/>
        </p:nvSpPr>
        <p:spPr>
          <a:xfrm>
            <a:off x="609905" y="4617720"/>
            <a:ext cx="457200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5" y="6675120"/>
            <a:ext cx="4419295" cy="2194560"/>
          </a:xfrm>
          <a:prstGeom prst="roundRect">
            <a:avLst>
              <a:gd name="adj" fmla="val 91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29945" y="6995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EE7FF">
              <a:alpha val="2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6995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29945" y="7863840"/>
            <a:ext cx="377921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Données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dispersées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257800" y="6675120"/>
            <a:ext cx="4419295" cy="2194560"/>
          </a:xfrm>
          <a:prstGeom prst="roundRect">
            <a:avLst>
              <a:gd name="adj" fmla="val 91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6995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EE7FF">
              <a:alpha val="2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99855" y="69951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577840" y="7863840"/>
            <a:ext cx="377921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Actions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isolées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09905" y="9098280"/>
            <a:ext cx="4419295" cy="2194560"/>
          </a:xfrm>
          <a:prstGeom prst="roundRect">
            <a:avLst>
              <a:gd name="adj" fmla="val 91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9945" y="9418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EE7FF">
              <a:alpha val="2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51960" y="9418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9945" y="10287000"/>
            <a:ext cx="377921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Manque de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visibilité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5257800" y="9098280"/>
            <a:ext cx="4419295" cy="2194560"/>
          </a:xfrm>
          <a:prstGeom prst="roundRect">
            <a:avLst>
              <a:gd name="adj" fmla="val 9167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941832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5EE7FF">
              <a:alpha val="2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899855" y="9418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577840" y="10287000"/>
            <a:ext cx="3779215" cy="868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Décisions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difficiles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9174175" y="11745925"/>
            <a:ext cx="457200" cy="45720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74175" y="11654485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2C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7072313"/>
          </a:xfrm>
          <a:prstGeom prst="rect">
            <a:avLst/>
          </a:prstGeom>
          <a:solidFill>
            <a:srgbClr val="19539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-2743200"/>
            <a:ext cx="7315200" cy="7315200"/>
          </a:xfrm>
          <a:prstGeom prst="ellipse">
            <a:avLst/>
          </a:prstGeom>
          <a:solidFill>
            <a:srgbClr val="5EE7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9201150"/>
            <a:ext cx="7315200" cy="7315200"/>
          </a:xfrm>
          <a:prstGeom prst="ellipse">
            <a:avLst/>
          </a:prstGeom>
          <a:solidFill>
            <a:srgbClr val="19539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669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EE7FF">
              <a:alpha val="4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2513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NormSafety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79815" y="502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2313432"/>
            <a:ext cx="228600" cy="18288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9" name="Text 7"/>
          <p:cNvSpPr/>
          <p:nvPr/>
        </p:nvSpPr>
        <p:spPr>
          <a:xfrm>
            <a:off x="929945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RÉPONSE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2697480"/>
            <a:ext cx="4114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Une approche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centralisée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et intelligente.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609905" y="347472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5EE7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centralisée</a:t>
            </a:r>
            <a:endParaRPr lang="en-US" sz="3800" dirty="0"/>
          </a:p>
        </p:txBody>
      </p:sp>
      <p:sp>
        <p:nvSpPr>
          <p:cNvPr id="12" name="Shape 10"/>
          <p:cNvSpPr/>
          <p:nvPr/>
        </p:nvSpPr>
        <p:spPr>
          <a:xfrm>
            <a:off x="609905" y="5806440"/>
            <a:ext cx="457200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3" name="Text 11"/>
          <p:cNvSpPr/>
          <p:nvPr/>
        </p:nvSpPr>
        <p:spPr>
          <a:xfrm>
            <a:off x="609905" y="61722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8C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NormSafety transforme vos données en outils de pilotage exploitables — décisions rapides, conformité maîtrisée.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739335" y="2194560"/>
            <a:ext cx="4937760" cy="7772400"/>
          </a:xfrm>
          <a:prstGeom prst="roundRect">
            <a:avLst>
              <a:gd name="adj" fmla="val 518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9375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SST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899855" y="2578608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037015" y="2578608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9174175" y="2578608"/>
            <a:ext cx="73152" cy="73152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059375" y="2971800"/>
            <a:ext cx="4297680" cy="1691640"/>
          </a:xfrm>
          <a:prstGeom prst="roundRect">
            <a:avLst>
              <a:gd name="adj" fmla="val 8108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42255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CONFORMITÉ GLOBALE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42255" y="3429000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94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6430975" y="36576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EE7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%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242255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+12 % vs trimestre précédent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59375" y="4892040"/>
            <a:ext cx="4297680" cy="1828800"/>
          </a:xfrm>
          <a:prstGeom prst="roundRect">
            <a:avLst>
              <a:gd name="adj" fmla="val 75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42255" y="50749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INCIDENTS PAR SITE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36615" y="6126480"/>
            <a:ext cx="320040" cy="457200"/>
          </a:xfrm>
          <a:prstGeom prst="rect">
            <a:avLst/>
          </a:prstGeom>
          <a:solidFill>
            <a:srgbClr val="A8C4F5">
              <a:alpha val="4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6321247" y="5806440"/>
            <a:ext cx="320040" cy="777240"/>
          </a:xfrm>
          <a:prstGeom prst="rect">
            <a:avLst/>
          </a:prstGeom>
          <a:solidFill>
            <a:srgbClr val="A8C4F5">
              <a:alpha val="4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805879" y="5440680"/>
            <a:ext cx="320040" cy="1143000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290511" y="5943600"/>
            <a:ext cx="320040" cy="640080"/>
          </a:xfrm>
          <a:prstGeom prst="rect">
            <a:avLst/>
          </a:prstGeom>
          <a:solidFill>
            <a:srgbClr val="A8C4F5">
              <a:alpha val="4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7775143" y="6217920"/>
            <a:ext cx="320040" cy="365760"/>
          </a:xfrm>
          <a:prstGeom prst="rect">
            <a:avLst/>
          </a:prstGeom>
          <a:solidFill>
            <a:srgbClr val="A8C4F5">
              <a:alpha val="4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259775" y="6035040"/>
            <a:ext cx="320040" cy="548640"/>
          </a:xfrm>
          <a:prstGeom prst="rect">
            <a:avLst/>
          </a:prstGeom>
          <a:solidFill>
            <a:srgbClr val="A8C4F5">
              <a:alpha val="4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59375" y="6949440"/>
            <a:ext cx="4297680" cy="13716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635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42255" y="7859268"/>
            <a:ext cx="982980" cy="-192024"/>
          </a:xfrm>
          <a:prstGeom prst="line">
            <a:avLst/>
          </a:prstGeom>
          <a:noFill/>
          <a:ln w="19050">
            <a:solidFill>
              <a:srgbClr val="5EE7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25235" y="7667244"/>
            <a:ext cx="982980" cy="64008"/>
          </a:xfrm>
          <a:prstGeom prst="line">
            <a:avLst/>
          </a:prstGeom>
          <a:noFill/>
          <a:ln w="19050">
            <a:solidFill>
              <a:srgbClr val="5EE7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08215" y="7731252"/>
            <a:ext cx="982980" cy="-224028"/>
          </a:xfrm>
          <a:prstGeom prst="line">
            <a:avLst/>
          </a:prstGeom>
          <a:noFill/>
          <a:ln w="19050">
            <a:solidFill>
              <a:srgbClr val="5EE7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91195" y="7507224"/>
            <a:ext cx="982980" cy="-128016"/>
          </a:xfrm>
          <a:prstGeom prst="line">
            <a:avLst/>
          </a:prstGeom>
          <a:noFill/>
          <a:ln w="19050">
            <a:solidFill>
              <a:srgbClr val="5EE7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74175" y="11745925"/>
            <a:ext cx="457200" cy="45720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74175" y="11654485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2C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7072313"/>
          </a:xfrm>
          <a:prstGeom prst="rect">
            <a:avLst/>
          </a:prstGeom>
          <a:solidFill>
            <a:srgbClr val="19539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-2743200"/>
            <a:ext cx="7315200" cy="7315200"/>
          </a:xfrm>
          <a:prstGeom prst="ellipse">
            <a:avLst/>
          </a:prstGeom>
          <a:solidFill>
            <a:srgbClr val="5EE7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9201150"/>
            <a:ext cx="7315200" cy="7315200"/>
          </a:xfrm>
          <a:prstGeom prst="ellipse">
            <a:avLst/>
          </a:prstGeom>
          <a:solidFill>
            <a:srgbClr val="19539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669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EE7FF">
              <a:alpha val="4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2513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NormSafety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79815" y="502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905" y="2743200"/>
            <a:ext cx="90671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POUR QUI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905" y="3246120"/>
            <a:ext cx="906719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Pensé pour les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acteurs clés.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9905" y="4160520"/>
            <a:ext cx="906719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EE7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acteurs clés.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4914900" y="5532120"/>
            <a:ext cx="457200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09905" y="6949440"/>
            <a:ext cx="2869997" cy="3840480"/>
          </a:xfrm>
          <a:prstGeom prst="roundRect">
            <a:avLst>
              <a:gd name="adj" fmla="val 796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0543" y="7406640"/>
            <a:ext cx="1188720" cy="1188720"/>
          </a:xfrm>
          <a:prstGeom prst="ellipse">
            <a:avLst/>
          </a:prstGeom>
          <a:solidFill>
            <a:srgbClr val="5EE7FF">
              <a:alpha val="12000"/>
            </a:srgbClr>
          </a:solidFill>
          <a:ln w="1270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62023" y="7818120"/>
            <a:ext cx="365760" cy="365760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84225" y="8869680"/>
            <a:ext cx="232135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Médecins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du travail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84225" y="10058400"/>
            <a:ext cx="23213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Suivi médical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708502" y="6949440"/>
            <a:ext cx="2869997" cy="3840480"/>
          </a:xfrm>
          <a:prstGeom prst="roundRect">
            <a:avLst>
              <a:gd name="adj" fmla="val 796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49140" y="7406640"/>
            <a:ext cx="1188720" cy="1188720"/>
          </a:xfrm>
          <a:prstGeom prst="ellipse">
            <a:avLst/>
          </a:prstGeom>
          <a:solidFill>
            <a:srgbClr val="5EE7FF">
              <a:alpha val="12000"/>
            </a:srgbClr>
          </a:solidFill>
          <a:ln w="1270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60620" y="7818120"/>
            <a:ext cx="365760" cy="365760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3982822" y="8869680"/>
            <a:ext cx="232135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QHSE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/ HSE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82822" y="10058400"/>
            <a:ext cx="23213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Conformité &amp; risques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07098" y="6949440"/>
            <a:ext cx="2869997" cy="3840480"/>
          </a:xfrm>
          <a:prstGeom prst="roundRect">
            <a:avLst>
              <a:gd name="adj" fmla="val 7965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47737" y="7406640"/>
            <a:ext cx="1188720" cy="1188720"/>
          </a:xfrm>
          <a:prstGeom prst="ellipse">
            <a:avLst/>
          </a:prstGeom>
          <a:solidFill>
            <a:srgbClr val="5EE7FF">
              <a:alpha val="12000"/>
            </a:srgbClr>
          </a:solidFill>
          <a:ln w="1270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59217" y="7818120"/>
            <a:ext cx="365760" cy="365760"/>
          </a:xfrm>
          <a:prstGeom prst="ellipse">
            <a:avLst/>
          </a:prstGeom>
          <a:solidFill>
            <a:srgbClr val="5EE7FF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7081418" y="8869680"/>
            <a:ext cx="2321357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Ressources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Humaines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081418" y="10058400"/>
            <a:ext cx="2321357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Pilotage &amp; reporting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74175" y="11745925"/>
            <a:ext cx="457200" cy="45720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4175" y="11654485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2C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7072313"/>
          </a:xfrm>
          <a:prstGeom prst="rect">
            <a:avLst/>
          </a:prstGeom>
          <a:solidFill>
            <a:srgbClr val="19539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-2743200"/>
            <a:ext cx="7315200" cy="7315200"/>
          </a:xfrm>
          <a:prstGeom prst="ellipse">
            <a:avLst/>
          </a:prstGeom>
          <a:solidFill>
            <a:srgbClr val="5EE7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9201150"/>
            <a:ext cx="7315200" cy="7315200"/>
          </a:xfrm>
          <a:prstGeom prst="ellipse">
            <a:avLst/>
          </a:prstGeom>
          <a:solidFill>
            <a:srgbClr val="19539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669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EE7FF">
              <a:alpha val="4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2513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NormSafety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79815" y="502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09905" y="2011680"/>
            <a:ext cx="906719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800" kern="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NOTRE VALEUR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9905" y="2514600"/>
            <a:ext cx="906719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Bien plus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qu'un outil.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609905" y="3429000"/>
            <a:ext cx="906719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5EE7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outil.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4914900" y="4800600"/>
            <a:ext cx="457200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2" name="Shape 10"/>
          <p:cNvSpPr/>
          <p:nvPr/>
        </p:nvSpPr>
        <p:spPr>
          <a:xfrm>
            <a:off x="3223260" y="6766560"/>
            <a:ext cx="1920240" cy="1920240"/>
          </a:xfrm>
          <a:prstGeom prst="line">
            <a:avLst/>
          </a:prstGeom>
          <a:noFill/>
          <a:ln w="9525">
            <a:solidFill>
              <a:srgbClr val="5EE7FF">
                <a:alpha val="3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63740" y="6766560"/>
            <a:ext cx="-1920240" cy="1920240"/>
          </a:xfrm>
          <a:prstGeom prst="line">
            <a:avLst/>
          </a:prstGeom>
          <a:noFill/>
          <a:ln w="9525">
            <a:solidFill>
              <a:srgbClr val="5EE7FF">
                <a:alpha val="3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63740" y="10607040"/>
            <a:ext cx="-1920240" cy="-1920240"/>
          </a:xfrm>
          <a:prstGeom prst="line">
            <a:avLst/>
          </a:prstGeom>
          <a:noFill/>
          <a:ln w="9525">
            <a:solidFill>
              <a:srgbClr val="5EE7FF">
                <a:alpha val="3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23260" y="10607040"/>
            <a:ext cx="1920240" cy="-1920240"/>
          </a:xfrm>
          <a:prstGeom prst="line">
            <a:avLst/>
          </a:prstGeom>
          <a:noFill/>
          <a:ln w="9525">
            <a:solidFill>
              <a:srgbClr val="5EE7FF">
                <a:alpha val="3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80260" y="562356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54580" y="6080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5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80260" y="6492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Prévention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920740" y="562356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95060" y="6080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5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20740" y="649224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Conformité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920740" y="946404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95060" y="9921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5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20740" y="10332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Performance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2080260" y="9464040"/>
            <a:ext cx="2286000" cy="22860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5EE7FF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4580" y="99212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spc="600" kern="0" dirty="0">
                <a:solidFill>
                  <a:srgbClr val="5EE7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80260" y="10332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Décision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640580" y="8183880"/>
            <a:ext cx="1005840" cy="1005840"/>
          </a:xfrm>
          <a:prstGeom prst="ellipse">
            <a:avLst/>
          </a:prstGeom>
          <a:solidFill>
            <a:srgbClr val="5EE7FF">
              <a:alpha val="25000"/>
            </a:srgbClr>
          </a:solidFill>
          <a:ln w="19050">
            <a:solidFill>
              <a:srgbClr val="5EE7FF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78908" y="8522208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174175" y="11745925"/>
            <a:ext cx="457200" cy="457200"/>
          </a:xfrm>
          <a:prstGeom prst="ellipse">
            <a:avLst/>
          </a:prstGeom>
          <a:solidFill>
            <a:srgbClr val="FFFFFF">
              <a:alpha val="5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74175" y="11654485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2C7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287000" cy="7072313"/>
          </a:xfrm>
          <a:prstGeom prst="rect">
            <a:avLst/>
          </a:prstGeom>
          <a:solidFill>
            <a:srgbClr val="19539D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715000" y="-2743200"/>
            <a:ext cx="7315200" cy="7315200"/>
          </a:xfrm>
          <a:prstGeom prst="ellipse">
            <a:avLst/>
          </a:prstGeom>
          <a:solidFill>
            <a:srgbClr val="5EE7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743200" y="9201150"/>
            <a:ext cx="7315200" cy="7315200"/>
          </a:xfrm>
          <a:prstGeom prst="ellipse">
            <a:avLst/>
          </a:prstGeom>
          <a:solidFill>
            <a:srgbClr val="19539D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09905" y="566928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5EE7FF">
              <a:alpha val="40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2513" y="5029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NormSafety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579815" y="5029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FFFFFF">
                    <a:alpha val="5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9905" y="2130552"/>
            <a:ext cx="228600" cy="18288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9" name="Text 7"/>
          <p:cNvSpPr/>
          <p:nvPr/>
        </p:nvSpPr>
        <p:spPr>
          <a:xfrm>
            <a:off x="929945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5EE7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ÉVÉNEMENT EXCLUSIF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905" y="2514600"/>
            <a:ext cx="906719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Découvrez NormSafety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en action.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890065" y="342900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5EE7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action.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609905" y="4800600"/>
            <a:ext cx="457200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09905" y="5120640"/>
            <a:ext cx="9067190" cy="4937760"/>
          </a:xfrm>
          <a:prstGeom prst="roundRect">
            <a:avLst>
              <a:gd name="adj" fmla="val 5556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7105" y="5760720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5EE7FF">
              <a:alpha val="25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61465" y="5715000"/>
            <a:ext cx="76955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01 mai 2026 — 18h00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067105" y="6446520"/>
            <a:ext cx="411480" cy="411480"/>
          </a:xfrm>
          <a:prstGeom prst="ellipse">
            <a:avLst/>
          </a:prstGeom>
          <a:solidFill>
            <a:srgbClr val="5EE7FF">
              <a:alpha val="25000"/>
            </a:srgbClr>
          </a:solidFill>
          <a:ln w="12700">
            <a:solidFill>
              <a:srgbClr val="5EE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1465" y="6400800"/>
            <a:ext cx="769559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ora" pitchFamily="34" charset="0"/>
                <a:ea typeface="Sora" pitchFamily="34" charset="-122"/>
                <a:cs typeface="Sora" pitchFamily="34" charset="-120"/>
              </a:rPr>
              <a:t>Webinaire gratuit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1067105" y="8046720"/>
            <a:ext cx="4206240" cy="777240"/>
          </a:xfrm>
          <a:prstGeom prst="roundRect">
            <a:avLst>
              <a:gd name="adj" fmla="val 17647"/>
            </a:avLst>
          </a:prstGeom>
          <a:solidFill>
            <a:srgbClr val="5EE7FF"/>
          </a:solidFill>
          <a:ln/>
        </p:spPr>
      </p:sp>
      <p:sp>
        <p:nvSpPr>
          <p:cNvPr id="19" name="Text 17"/>
          <p:cNvSpPr/>
          <p:nvPr/>
        </p:nvSpPr>
        <p:spPr>
          <a:xfrm>
            <a:off x="1067105" y="8046720"/>
            <a:ext cx="4206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2C7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Inscrivez-vous maintenant  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31175" y="841248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8031175" y="841248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2C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QR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9905" y="11304270"/>
            <a:ext cx="457200" cy="36576"/>
          </a:xfrm>
          <a:prstGeom prst="rect">
            <a:avLst/>
          </a:prstGeom>
          <a:solidFill>
            <a:srgbClr val="5EE7FF"/>
          </a:solidFill>
          <a:ln/>
        </p:spPr>
      </p:sp>
      <p:sp>
        <p:nvSpPr>
          <p:cNvPr id="23" name="Text 21"/>
          <p:cNvSpPr/>
          <p:nvPr/>
        </p:nvSpPr>
        <p:spPr>
          <a:xfrm>
            <a:off x="609905" y="11578590"/>
            <a:ext cx="906719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www.normsafety.com   |   contact@normsafety.com   |   +216 54 525 267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NormSafety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NormSafety — LinkedIn Carousel</dc:title>
  <dc:subject>PptxGenJS Presentation</dc:subject>
  <dc:creator>NormSafety</dc:creator>
  <cp:lastModifiedBy>NormSafety</cp:lastModifiedBy>
  <cp:revision>1</cp:revision>
  <dcterms:created xsi:type="dcterms:W3CDTF">2026-04-30T19:23:30Z</dcterms:created>
  <dcterms:modified xsi:type="dcterms:W3CDTF">2026-04-30T19:23:30Z</dcterms:modified>
</cp:coreProperties>
</file>